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Elizabethan Theatre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Niklas von Hirschfeld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2024-08-08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jaja</a:t>
                </a:r>
              </a:p>
              <a:p>
                <a:pPr lvl="0" indent="0" marL="1270000">
                  <a:buNone/>
                </a:pPr>
                <a:r>
                  <a:rPr sz="2000"/>
                  <a:t>jad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a</m:t>
                          </m:r>
                        </m:e>
                        <m:sub>
                          <m:r>
                            <m:t>b</m:t>
                          </m:r>
                        </m:sub>
                        <m:sup>
                          <m:r>
                            <m:t>c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Elizabethan Theatre</dc:title>
  <dc:creator>Niklas von Hirschfeld</dc:creator>
  <cp:keywords/>
  <dcterms:created xsi:type="dcterms:W3CDTF">2025-01-12T10:23:30Z</dcterms:created>
  <dcterms:modified xsi:type="dcterms:W3CDTF">2025-01-12T10:23:30Z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olortheme">
    <vt:lpwstr>dolphin</vt:lpwstr>
  </property>
  <property fmtid="{D5CDD505-2E9C-101B-9397-08002B2CF9AE}" pid="4" name="date">
    <vt:lpwstr>2024-08-08</vt:lpwstr>
  </property>
  <property fmtid="{D5CDD505-2E9C-101B-9397-08002B2CF9AE}" pid="5" name="fontsize">
    <vt:lpwstr>10pt</vt:lpwstr>
  </property>
  <property fmtid="{D5CDD505-2E9C-101B-9397-08002B2CF9AE}" pid="6" name="fonttheme">
    <vt:lpwstr>professionalfonts</vt:lpwstr>
  </property>
  <property fmtid="{D5CDD505-2E9C-101B-9397-08002B2CF9AE}" pid="7" name="institute">
    <vt:lpwstr>GLH</vt:lpwstr>
  </property>
  <property fmtid="{D5CDD505-2E9C-101B-9397-08002B2CF9AE}" pid="8" name="linkstyle">
    <vt:lpwstr>bold</vt:lpwstr>
  </property>
  <property fmtid="{D5CDD505-2E9C-101B-9397-08002B2CF9AE}" pid="9" name="mainfont">
    <vt:lpwstr>Hack Nerd Font</vt:lpwstr>
  </property>
  <property fmtid="{D5CDD505-2E9C-101B-9397-08002B2CF9AE}" pid="10" name="output">
    <vt:lpwstr>powerpoint_presentation</vt:lpwstr>
  </property>
  <property fmtid="{D5CDD505-2E9C-101B-9397-08002B2CF9AE}" pid="11" name="section-titles">
    <vt:lpwstr>False</vt:lpwstr>
  </property>
  <property fmtid="{D5CDD505-2E9C-101B-9397-08002B2CF9AE}" pid="12" name="theme">
    <vt:lpwstr>Boadilla</vt:lpwstr>
  </property>
  <property fmtid="{D5CDD505-2E9C-101B-9397-08002B2CF9AE}" pid="13" name="toc">
    <vt:lpwstr>False</vt:lpwstr>
  </property>
  <property fmtid="{D5CDD505-2E9C-101B-9397-08002B2CF9AE}" pid="14" name="topic">
    <vt:lpwstr>W. Shakespeare</vt:lpwstr>
  </property>
  <property fmtid="{D5CDD505-2E9C-101B-9397-08002B2CF9AE}" pid="15" name="urlcolor">
    <vt:lpwstr>red</vt:lpwstr>
  </property>
</Properties>
</file>